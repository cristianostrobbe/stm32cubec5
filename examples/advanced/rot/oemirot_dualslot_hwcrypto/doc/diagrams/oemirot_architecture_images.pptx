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Vocabulary slide. Do not read it out - put it up, say it stays available, and come back to it whenever someone asks what a term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for everything else: an immutable first stage that checks the second one, then hides itself. Nothing the application does can reach back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Signing and encryption answer different questions. Note the two weak points we own: a single key pair with no revocation path, and a decryption key sitting raw in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'when is it decrypted'. The headline: twice, both inside the bootloader, both during one install, never afterwards. The 'why twice' box is the part people ask about - verification must finish before installation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offsets from flash_layout.h. The headline number is 464 KB usable out of 1 MB - that is the price of the second slot, and it drives most of the later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the bootloader never downloads anything. All transport code lives in the replaceable application, so the immutable part stays small and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runs on every reset, not just on update. Three independent rejection paths, and the primary slot is re-verified even when no update is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board does today. Walk the five states, then land on the red box: a signed image that crashes takes the update path down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the question the previous slide always provokes: why a separate 'request install' step at all. The short version: the two stages cannot talk, so the only channel is a mark in flash - and that mark also proves the download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flow plus one confirmation flag. Worth stressing: the confirm code already exists in our application, compiled out by OVERWRITE_ONLY.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Attractive on paper - instant install. Be honest about the open question: SWAP_BANK moves the bootloader too, and nothing in our repo implements this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side of bank swap. Immutable things mirror harmlessly; runtime-written state (counters, calibration) does not - for the anti-rollback counter that is a security hole. And the doubled RoT leaves ~40 KB LESS for the application than dual-slot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arrangements side by side. The closing question is the one that actually picks a column; everything else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view of the same trade-offs. The status row separates what we have from what we would have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argument in one table. Four failures are handled identically - only the last row separates overwrite from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order for the decision. Questions 5 and 6 are irreversible once devices are provisioned, so they need an answer before anything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FAQ. The magic trailer is a completion flag, not a trust signal - and the app writes the image encrypted because it has no access to the key. Keep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FAQ. Calibration data must sit outside the slots; mirroring inside them does not work. Note the cost: reserving N bytes removes N from each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FAQ. Two corrections worth stressing: swap needs ONE bootloader and no mirroring, and encryption costs the running application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Do not try to answer these here - the goal is to leave with an owner and a date against each. The key strategy and the lock-down level are the two that cannot be revisited after provisioning.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Secure boot and firmware update</a:t>
            </a:r>
          </a:p>
          <a:p>
            <a:r>
              <a:rPr sz="2600">
                <a:solidFill>
                  <a:srgbClr val="3CB4E6"/>
                </a:solidFill>
                <a:latin typeface="Segoe UI"/>
              </a:rPr>
              <a:t>Architecture options for OEMiRoT on STM32C5</a:t>
            </a:r>
          </a:p>
          <a:p>
            <a:r>
              <a:rPr sz="1600">
                <a:solidFill>
                  <a:srgbClr val="FFFFFF"/>
                </a:solidFill>
                <a:latin typeface="Segoe UI"/>
              </a:rPr>
              <a:t>based on example_oemirot_dualslot_hwcrypto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-glos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wo-stage-b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trust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b-decryption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flash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update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boot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overwrite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b-why-install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wap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bank-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b-bank-swap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rchitecture-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failure-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decision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faq-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faq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faq-swap-and-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open-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